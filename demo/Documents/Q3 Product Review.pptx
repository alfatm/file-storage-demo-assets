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</c:v>
                </c:pt>
                <c:pt idx="1">
                  <c:v>9.4</c:v>
                </c:pt>
                <c:pt idx="2">
                  <c:v>10.2</c:v>
                </c:pt>
                <c:pt idx="3">
                  <c:v>11.0</c:v>
                </c:pt>
                <c:pt idx="4">
                  <c:v>12.6</c:v>
                </c:pt>
                <c:pt idx="5">
                  <c:v>13.9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5.2</c:v>
                </c:pt>
                <c:pt idx="1">
                  <c:v>5.6</c:v>
                </c:pt>
                <c:pt idx="2">
                  <c:v>6.1</c:v>
                </c:pt>
                <c:pt idx="3">
                  <c:v>6.0</c:v>
                </c:pt>
                <c:pt idx="4">
                  <c:v>6.8</c:v>
                </c:pt>
                <c:pt idx="5">
                  <c:v>7.3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Video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1.1</c:v>
                </c:pt>
                <c:pt idx="1">
                  <c:v>1.4</c:v>
                </c:pt>
                <c:pt idx="2">
                  <c:v>1.9</c:v>
                </c:pt>
                <c:pt idx="3">
                  <c:v>2.6</c:v>
                </c:pt>
                <c:pt idx="4">
                  <c:v>3.2</c:v>
                </c:pt>
                <c:pt idx="5">
                  <c:v>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</a:rPr>
              <a:t>Q3 Product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</a:rPr>
              <a:t>Cloud · Product team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Highlights from the quarter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Usage and growth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What shipped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Q4 roadmap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Asks for leadership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Files stored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184k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+12% QoQ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Storage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2.7 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+0.4 TB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Share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1,092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+31% QoQ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39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Active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318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+9% QoQ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</a:rPr>
              <a:t>Share links grew fastest after PIN-protected links shipped in June. Storage growth is driven by video uploads from three design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Uploads per month (thousands)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New admin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5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</a:rPr>
              <a:t>Storage, users and activity on one screen.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</a:rPr>
              <a:t>Replaces three separate admin pages.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</a:rPr>
              <a:t>Rolled out to all workspaces on 8 July.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Q4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Theme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Milestone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Group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Anna Kowalski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Planned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Content search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Marco Rossi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Desktop sync client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Tom 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Proposed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Tiered object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Marco Rossi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Q3 Product Review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Approve two more search engineers for Q4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Decide on desktop sync client scope by September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Budget for the Limassol office fit-out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</a:rPr>
              <a:t>product@files.example.com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Product Review</dc:title>
  <dc:subject/>
  <dc:creator>Cloud Demo Workspace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